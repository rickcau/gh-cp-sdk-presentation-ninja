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6" d="100"/>
          <a:sy n="176" d="100"/>
        </p:scale>
        <p:origin x="120" y="38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9318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0"/>
            <a:ext cx="1371600" cy="73152"/>
          </a:xfrm>
          <a:prstGeom prst="rect">
            <a:avLst/>
          </a:prstGeom>
          <a:solidFill>
            <a:srgbClr val="06B6D4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5603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 Ninja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960120" y="74980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Presentation Generator  |  Built on the GitHub Copilot SDK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57200" y="1325880"/>
            <a:ext cx="3931920" cy="14173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54864" cy="14173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85800" y="14356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5800" y="1709928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presenters spend hours manually building slide decks about Microsoft AI products. Content goes stale quickly, and maintaining accurate, up-to-date presentations across teams is tedious and error-prone.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1325880"/>
            <a:ext cx="3931920" cy="14173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754880" y="1325880"/>
            <a:ext cx="54864" cy="14173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983480" y="14356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983480" y="1709928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professional, content-rich presentations in seconds using the GitHub Copilot SDK. Curated knowledge libraries + real-time web search (Tavily) produce accurate, current slides with drag-to-reorder topics and three output formats.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12064" y="2926080"/>
            <a:ext cx="1261872" cy="594360"/>
          </a:xfrm>
          <a:prstGeom prst="rect">
            <a:avLst/>
          </a:prstGeom>
          <a:solidFill>
            <a:srgbClr val="334155">
              <a:alpha val="40000"/>
            </a:srgbClr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3081528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77824" y="30175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Slide Layouts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1883664" y="2926080"/>
            <a:ext cx="1261872" cy="594360"/>
          </a:xfrm>
          <a:prstGeom prst="rect">
            <a:avLst/>
          </a:prstGeom>
          <a:solidFill>
            <a:srgbClr val="334155">
              <a:alpha val="40000"/>
            </a:srgbClr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6816" y="3081528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249424" y="30175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Output Formats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3255264" y="2926080"/>
            <a:ext cx="1261872" cy="594360"/>
          </a:xfrm>
          <a:prstGeom prst="rect">
            <a:avLst/>
          </a:prstGeom>
          <a:solidFill>
            <a:srgbClr val="334155">
              <a:alpha val="40000"/>
            </a:srgbClr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8416" y="3081528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621024" y="30175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Drag-to-Reorder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4626864" y="2926080"/>
            <a:ext cx="1261872" cy="594360"/>
          </a:xfrm>
          <a:prstGeom prst="rect">
            <a:avLst/>
          </a:prstGeom>
          <a:solidFill>
            <a:srgbClr val="334155">
              <a:alpha val="40000"/>
            </a:srgbClr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0016" y="3081528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992624" y="30175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Topic Suggestions</a:t>
            </a:r>
            <a:endParaRPr lang="en-US" sz="850" dirty="0"/>
          </a:p>
        </p:txBody>
      </p:sp>
      <p:sp>
        <p:nvSpPr>
          <p:cNvPr id="28" name="Shape 21"/>
          <p:cNvSpPr/>
          <p:nvPr/>
        </p:nvSpPr>
        <p:spPr>
          <a:xfrm>
            <a:off x="5998464" y="2926080"/>
            <a:ext cx="1261872" cy="594360"/>
          </a:xfrm>
          <a:prstGeom prst="rect">
            <a:avLst/>
          </a:prstGeom>
          <a:solidFill>
            <a:srgbClr val="334155">
              <a:alpha val="40000"/>
            </a:srgbClr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1616" y="3081528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364224" y="30175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(Tavily)</a:t>
            </a:r>
            <a:endParaRPr lang="en-US" sz="850" dirty="0"/>
          </a:p>
        </p:txBody>
      </p:sp>
      <p:sp>
        <p:nvSpPr>
          <p:cNvPr id="31" name="Shape 23"/>
          <p:cNvSpPr/>
          <p:nvPr/>
        </p:nvSpPr>
        <p:spPr>
          <a:xfrm>
            <a:off x="7370064" y="2926080"/>
            <a:ext cx="1261872" cy="594360"/>
          </a:xfrm>
          <a:prstGeom prst="rect">
            <a:avLst/>
          </a:prstGeom>
          <a:solidFill>
            <a:srgbClr val="334155">
              <a:alpha val="40000"/>
            </a:srgbClr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43216" y="3081528"/>
            <a:ext cx="274320" cy="27432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735824" y="30175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</a:t>
            </a:r>
            <a:endParaRPr lang="en-US" sz="850" dirty="0"/>
          </a:p>
        </p:txBody>
      </p:sp>
      <p:sp>
        <p:nvSpPr>
          <p:cNvPr id="34" name="Shape 25"/>
          <p:cNvSpPr/>
          <p:nvPr/>
        </p:nvSpPr>
        <p:spPr>
          <a:xfrm>
            <a:off x="457200" y="3703320"/>
            <a:ext cx="8229600" cy="548640"/>
          </a:xfrm>
          <a:prstGeom prst="rect">
            <a:avLst/>
          </a:prstGeom>
          <a:solidFill>
            <a:srgbClr val="155E7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60" y="3822192"/>
            <a:ext cx="292608" cy="292608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1005840" y="37490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 →  stunning AI presentation in under 3 minutes. No Azure subscription required. No Docker. Just npm install, one env var, and go.</a:t>
            </a:r>
            <a:endParaRPr lang="en-US" sz="1050" dirty="0"/>
          </a:p>
        </p:txBody>
      </p:sp>
      <p:sp>
        <p:nvSpPr>
          <p:cNvPr id="37" name="Shape 2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28"/>
          <p:cNvSpPr/>
          <p:nvPr/>
        </p:nvSpPr>
        <p:spPr>
          <a:xfrm>
            <a:off x="457200" y="47091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 •  React 19  •  TypeScript  •  Tailwind CSS v4  •  GitHub Copilot SDK  •  Tavily  •  SQLite</a:t>
            </a:r>
            <a:endParaRPr lang="en-US" sz="800" dirty="0"/>
          </a:p>
        </p:txBody>
      </p:sp>
      <p:sp>
        <p:nvSpPr>
          <p:cNvPr id="39" name="Text 29"/>
          <p:cNvSpPr/>
          <p:nvPr/>
        </p:nvSpPr>
        <p:spPr>
          <a:xfrm>
            <a:off x="5029200" y="4709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github.com/Rickcau/GH-CP-SDK-Presentation-Ninja</a:t>
            </a:r>
            <a:endParaRPr lang="en-US" sz="8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CBD786-35FA-1944-E266-C2E6385CA182}"/>
              </a:ext>
            </a:extLst>
          </p:cNvPr>
          <p:cNvSpPr txBox="1"/>
          <p:nvPr/>
        </p:nvSpPr>
        <p:spPr>
          <a:xfrm>
            <a:off x="2103120" y="4036516"/>
            <a:ext cx="4572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chemeClr val="accent3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(Pluggable architecture allows for App Service, ACA deployment and AI Search and Bing Search) </a:t>
            </a:r>
            <a:endParaRPr lang="en-US" sz="800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2011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932688" y="658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knowledge store  |  Pluggable web search  |  Three output pipelines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155E7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298448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1234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/ Next.js 16 Frontend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206240" y="12344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  •  Tailwind CSS v4  •  12 Slide Layout Components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206240" y="17373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2011680"/>
            <a:ext cx="8229600" cy="5029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121408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2057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Next.js API Routes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5029200" y="2057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Streaming  •  Server Actions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4206240" y="2560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57200" y="2834640"/>
            <a:ext cx="2606040" cy="1938524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457200" y="2834640"/>
            <a:ext cx="260604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2999232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68680" y="2971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Copilot SDK Agent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21792" y="3429000"/>
            <a:ext cx="73152" cy="73152"/>
          </a:xfrm>
          <a:prstGeom prst="ellipse">
            <a:avLst/>
          </a:prstGeom>
          <a:solidFill>
            <a:srgbClr val="06B6D4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749808" y="33649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generate_slide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621792" y="3703320"/>
            <a:ext cx="73152" cy="73152"/>
          </a:xfrm>
          <a:prstGeom prst="ellipse">
            <a:avLst/>
          </a:prstGeom>
          <a:solidFill>
            <a:srgbClr val="06B6D4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749808" y="36393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search_knowledge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621792" y="3977640"/>
            <a:ext cx="73152" cy="73152"/>
          </a:xfrm>
          <a:prstGeom prst="ellipse">
            <a:avLst/>
          </a:prstGeom>
          <a:solidFill>
            <a:srgbClr val="06B6D4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749808" y="39136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web_search (Tavily)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621792" y="4251960"/>
            <a:ext cx="73152" cy="73152"/>
          </a:xfrm>
          <a:prstGeom prst="ellipse">
            <a:avLst/>
          </a:prstGeom>
          <a:solidFill>
            <a:srgbClr val="06B6D4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749808" y="41879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agent fallback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3246120" y="2834639"/>
            <a:ext cx="2606040" cy="1938525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3246120" y="2834640"/>
            <a:ext cx="260604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5848" y="2999232"/>
            <a:ext cx="256032" cy="25603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657600" y="2971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Library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3410712" y="3429000"/>
            <a:ext cx="73152" cy="73152"/>
          </a:xfrm>
          <a:prstGeom prst="ellipse">
            <a:avLst/>
          </a:prstGeom>
          <a:solidFill>
            <a:srgbClr val="10B981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7"/>
          <p:cNvSpPr/>
          <p:nvPr/>
        </p:nvSpPr>
        <p:spPr>
          <a:xfrm>
            <a:off x="3538728" y="33649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Markdown (default)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3410712" y="3703320"/>
            <a:ext cx="73152" cy="73152"/>
          </a:xfrm>
          <a:prstGeom prst="ellipse">
            <a:avLst/>
          </a:prstGeom>
          <a:solidFill>
            <a:srgbClr val="10B981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/>
          <p:nvPr/>
        </p:nvSpPr>
        <p:spPr>
          <a:xfrm>
            <a:off x="3538728" y="36393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Azure AI Search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3410712" y="3977640"/>
            <a:ext cx="73152" cy="73152"/>
          </a:xfrm>
          <a:prstGeom prst="ellipse">
            <a:avLst/>
          </a:prstGeom>
          <a:solidFill>
            <a:srgbClr val="10B981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1"/>
          <p:cNvSpPr/>
          <p:nvPr/>
        </p:nvSpPr>
        <p:spPr>
          <a:xfrm>
            <a:off x="3538728" y="39136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Web Search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3410712" y="4251960"/>
            <a:ext cx="73152" cy="73152"/>
          </a:xfrm>
          <a:prstGeom prst="ellipse">
            <a:avLst/>
          </a:prstGeom>
          <a:solidFill>
            <a:srgbClr val="10B981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3"/>
          <p:cNvSpPr/>
          <p:nvPr/>
        </p:nvSpPr>
        <p:spPr>
          <a:xfrm>
            <a:off x="3538728" y="41879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Bing Web Search API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4000500" y="4445646"/>
            <a:ext cx="1097280" cy="237744"/>
          </a:xfrm>
          <a:prstGeom prst="rect">
            <a:avLst/>
          </a:prstGeom>
          <a:solidFill>
            <a:srgbClr val="10B981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5"/>
          <p:cNvSpPr/>
          <p:nvPr/>
        </p:nvSpPr>
        <p:spPr>
          <a:xfrm>
            <a:off x="4000500" y="444564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</a:t>
            </a:r>
            <a:endParaRPr lang="en-US" sz="800" dirty="0"/>
          </a:p>
        </p:txBody>
      </p:sp>
      <p:sp>
        <p:nvSpPr>
          <p:cNvPr id="43" name="Shape 36"/>
          <p:cNvSpPr/>
          <p:nvPr/>
        </p:nvSpPr>
        <p:spPr>
          <a:xfrm>
            <a:off x="6035040" y="2834640"/>
            <a:ext cx="2606040" cy="1920238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37"/>
          <p:cNvSpPr/>
          <p:nvPr/>
        </p:nvSpPr>
        <p:spPr>
          <a:xfrm>
            <a:off x="6035040" y="2834640"/>
            <a:ext cx="2606040" cy="457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4768" y="2999232"/>
            <a:ext cx="256032" cy="256032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6446520" y="2971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Pipelines</a:t>
            </a:r>
            <a:endParaRPr lang="en-US" sz="1100" dirty="0"/>
          </a:p>
        </p:txBody>
      </p:sp>
      <p:sp>
        <p:nvSpPr>
          <p:cNvPr id="47" name="Shape 39"/>
          <p:cNvSpPr/>
          <p:nvPr/>
        </p:nvSpPr>
        <p:spPr>
          <a:xfrm>
            <a:off x="6199632" y="3429000"/>
            <a:ext cx="73152" cy="73152"/>
          </a:xfrm>
          <a:prstGeom prst="ellipse">
            <a:avLst/>
          </a:prstGeom>
          <a:solidFill>
            <a:srgbClr val="8B5CF6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0"/>
          <p:cNvSpPr/>
          <p:nvPr/>
        </p:nvSpPr>
        <p:spPr>
          <a:xfrm>
            <a:off x="6327648" y="33649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Deck (portable, offline)</a:t>
            </a:r>
            <a:endParaRPr lang="en-US" sz="900" dirty="0"/>
          </a:p>
        </p:txBody>
      </p:sp>
      <p:sp>
        <p:nvSpPr>
          <p:cNvPr id="49" name="Shape 41"/>
          <p:cNvSpPr/>
          <p:nvPr/>
        </p:nvSpPr>
        <p:spPr>
          <a:xfrm>
            <a:off x="6199632" y="3703320"/>
            <a:ext cx="73152" cy="73152"/>
          </a:xfrm>
          <a:prstGeom prst="ellipse">
            <a:avLst/>
          </a:prstGeom>
          <a:solidFill>
            <a:srgbClr val="8B5CF6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2"/>
          <p:cNvSpPr/>
          <p:nvPr/>
        </p:nvSpPr>
        <p:spPr>
          <a:xfrm>
            <a:off x="6327648" y="36393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Slides (interactive)</a:t>
            </a:r>
            <a:endParaRPr lang="en-US" sz="900" dirty="0"/>
          </a:p>
        </p:txBody>
      </p:sp>
      <p:sp>
        <p:nvSpPr>
          <p:cNvPr id="51" name="Shape 43"/>
          <p:cNvSpPr/>
          <p:nvPr/>
        </p:nvSpPr>
        <p:spPr>
          <a:xfrm>
            <a:off x="6199632" y="3977640"/>
            <a:ext cx="73152" cy="73152"/>
          </a:xfrm>
          <a:prstGeom prst="ellipse">
            <a:avLst/>
          </a:prstGeom>
          <a:solidFill>
            <a:srgbClr val="8B5CF6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4"/>
          <p:cNvSpPr/>
          <p:nvPr/>
        </p:nvSpPr>
        <p:spPr>
          <a:xfrm>
            <a:off x="6327648" y="39136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 PPTX export</a:t>
            </a:r>
            <a:endParaRPr lang="en-US" sz="900" dirty="0"/>
          </a:p>
        </p:txBody>
      </p:sp>
      <p:sp>
        <p:nvSpPr>
          <p:cNvPr id="53" name="Shape 45"/>
          <p:cNvSpPr/>
          <p:nvPr/>
        </p:nvSpPr>
        <p:spPr>
          <a:xfrm>
            <a:off x="6199632" y="4251960"/>
            <a:ext cx="73152" cy="73152"/>
          </a:xfrm>
          <a:prstGeom prst="ellipse">
            <a:avLst/>
          </a:prstGeom>
          <a:solidFill>
            <a:srgbClr val="8B5CF6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46"/>
          <p:cNvSpPr/>
          <p:nvPr/>
        </p:nvSpPr>
        <p:spPr>
          <a:xfrm>
            <a:off x="6327648" y="41879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themes, CSS animations</a:t>
            </a:r>
            <a:endParaRPr lang="en-US" sz="900" dirty="0"/>
          </a:p>
        </p:txBody>
      </p:sp>
      <p:sp>
        <p:nvSpPr>
          <p:cNvPr id="55" name="Shape 47"/>
          <p:cNvSpPr/>
          <p:nvPr/>
        </p:nvSpPr>
        <p:spPr>
          <a:xfrm>
            <a:off x="6789420" y="4440731"/>
            <a:ext cx="1097280" cy="237744"/>
          </a:xfrm>
          <a:prstGeom prst="rect">
            <a:avLst/>
          </a:prstGeom>
          <a:solidFill>
            <a:srgbClr val="8B5CF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48"/>
          <p:cNvSpPr/>
          <p:nvPr/>
        </p:nvSpPr>
        <p:spPr>
          <a:xfrm>
            <a:off x="6789420" y="4440731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FORMATS</a:t>
            </a:r>
            <a:endParaRPr lang="en-US" sz="800" dirty="0"/>
          </a:p>
        </p:txBody>
      </p:sp>
      <p:sp>
        <p:nvSpPr>
          <p:cNvPr id="58" name="Shape 50"/>
          <p:cNvSpPr/>
          <p:nvPr/>
        </p:nvSpPr>
        <p:spPr>
          <a:xfrm>
            <a:off x="457200" y="4965192"/>
            <a:ext cx="8229600" cy="457200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" y="5056632"/>
            <a:ext cx="256032" cy="256032"/>
          </a:xfrm>
          <a:prstGeom prst="rect">
            <a:avLst/>
          </a:prstGeom>
        </p:spPr>
      </p:pic>
      <p:sp>
        <p:nvSpPr>
          <p:cNvPr id="60" name="Text 51"/>
          <p:cNvSpPr/>
          <p:nvPr/>
        </p:nvSpPr>
        <p:spPr>
          <a:xfrm>
            <a:off x="960120" y="499262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(local) / PostgreSQL (Azure)   •   Filesystem / Azure Blob Storage</a:t>
            </a:r>
            <a:endParaRPr lang="en-US" sz="1000" dirty="0"/>
          </a:p>
        </p:txBody>
      </p:sp>
      <p:sp>
        <p:nvSpPr>
          <p:cNvPr id="61" name="Shape 52"/>
          <p:cNvSpPr/>
          <p:nvPr/>
        </p:nvSpPr>
        <p:spPr>
          <a:xfrm>
            <a:off x="0" y="4864606"/>
            <a:ext cx="9144000" cy="278893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3"/>
          <p:cNvSpPr/>
          <p:nvPr/>
        </p:nvSpPr>
        <p:spPr>
          <a:xfrm>
            <a:off x="457200" y="4892035"/>
            <a:ext cx="8229600" cy="210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github.com/Rickcau/GH-CP-SDK-Presentation-Ninja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301</Words>
  <Application>Microsoft Office PowerPoint</Application>
  <PresentationFormat>On-screen Show (16:9)</PresentationFormat>
  <Paragraphs>45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Trebuchet MS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Ninja — AI-Powered Presentation Generator</dc:title>
  <dc:subject>PptxGenJS Presentation</dc:subject>
  <dc:creator>Presentation Ninja</dc:creator>
  <cp:lastModifiedBy>Rick Caudle (AI Ninja)</cp:lastModifiedBy>
  <cp:revision>3</cp:revision>
  <dcterms:created xsi:type="dcterms:W3CDTF">2026-02-21T18:49:50Z</dcterms:created>
  <dcterms:modified xsi:type="dcterms:W3CDTF">2026-02-21T19:13:54Z</dcterms:modified>
</cp:coreProperties>
</file>